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2" r:id="rId2"/>
    <p:sldId id="305" r:id="rId3"/>
    <p:sldId id="306" r:id="rId4"/>
    <p:sldId id="308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30"/>
  </p:normalViewPr>
  <p:slideViewPr>
    <p:cSldViewPr snapToGrid="0">
      <p:cViewPr varScale="1">
        <p:scale>
          <a:sx n="118" d="100"/>
          <a:sy n="118" d="100"/>
        </p:scale>
        <p:origin x="1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1C950-9DDF-4EC0-BF34-5CF249B97C8C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F7873-CC6E-4D73-A8E3-8F9E3D7F2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980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C93F7-95D7-A1DC-D950-188089483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F83B08-3B2C-FD60-FF81-8B0BABB70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8E769B-8CF1-5606-3574-070117915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8C0ABF-BDAD-40E5-781B-9FBB71A55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860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DAE3-FD66-C1B3-2506-54F861BAB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C7D7D5-59B4-286F-2403-7FDCC5B02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3EA842-0065-29AD-63EE-2919F5788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4350BC-F66E-DA31-3EAE-37A161B52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058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2800C-4B40-B56C-5456-81DB1162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13667B-0E3F-27D3-DD71-53D76E936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C19FD2-AE70-4658-0A46-5E6DCB30F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46F28-76FE-5A49-5090-28F26C5DF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644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FC56-7010-A26E-F09D-C9059875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D8CA99-0B57-BA0F-27E7-F5BE1462B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F50305-D693-7E5C-0AE3-35F614AD1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CF61B6-C487-12D0-53F9-64E53A4E6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052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C47C-2D74-306B-51EC-E9C2B4B8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1A20A4-67F3-3E76-1B11-C5D078145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CF2F7E-26ED-6B06-D5EF-73FCBC3B0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BB06FF-688F-4439-7198-E0EB56474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475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8CB0-3C0D-6C21-4C6C-67C46B54B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BD2EF7-5731-653D-F030-DE4C123F8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97FBBE-B577-98B8-D690-8C4DE6312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3341D-DA7C-7138-70F0-382D7E96B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186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ED376-F74A-F71E-6423-4C928379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A0BEE4-0D19-5470-0E36-B1BF00BD8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C54D7D-0824-C56F-7E0A-A0FE689B9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0CE219-3A25-D6F1-7714-E0BC3B0BA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531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41845-47E6-3B29-FF7E-47FD15404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027ADB-4B43-40F0-7CA1-4C2FEA81C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E0821F-EC5B-4979-58B5-BC8CCA17E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8B85A3-C7C7-2E28-F924-7B3BDF2CD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100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91915-668C-655F-9271-8D6AD6484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D7C9CB-A17C-1D98-CF18-93251EAC7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F5AE36-0CA3-C63F-D827-252A99E13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0E03D9-B03F-360F-6F14-FB6CF860D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924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1CE1D-F1A1-08D6-42D4-A2BE3F95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B7BFD6-C19C-797B-5EB6-8E371291A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467C1C-9AF5-24D0-74BE-6653735F8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6F2E27-25DF-306E-47D3-9F2A9ABC3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15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917D-93AC-2E98-AF37-5C8F2623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4A69E6-B226-AF63-2E84-FF5B6B7AF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06E031-1DFA-0D8A-D969-CCF3C1EEE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368B3A-3360-1371-341F-3EC50A8EA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192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7D7F-3497-39FD-9A64-5F508DE42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9AC167-4011-ABD5-3F0A-570891AB3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9D469A-DB1C-6F32-411B-50BFF2F3A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D4A801-0AB9-CF33-974B-473DA1CD5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638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02D7-B737-96BA-134E-718185C2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F62CC6-B1B8-ED4A-5BC6-2B6634DEF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BB318C-9ADC-D1EE-A4B7-3D3D2F4AB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411366-31C4-9842-6288-9C9075650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B054-0CF9-400F-B234-20538BCD453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650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7125C-F649-C1A3-0903-8FEFA7B5B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6090F6-C5B6-EFA0-DDE5-2241A4BA1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614734-0002-9638-85C4-121D61FC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1FE394-D547-8918-FB1D-9990B1E6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7D91A0-E0D1-FDAE-D8DD-1BD21798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093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29262-26B6-C921-5268-F4D70650F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326CD-B985-9931-434F-B047265E4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41A42B-043B-3CF0-86DF-24BD68B1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255D9B-B5AD-D55E-155A-93C8BB85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1D4606-165D-17AD-1020-7CEA288E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528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7AA85-AF09-277A-F9F1-6B34D071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F5B9C7-0CB6-A894-6E67-0F2188494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A6517-04CA-CB3F-695E-A7DB1298C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72B8A8-B0EA-39C9-65AF-EE1E468E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342E31-210B-B743-7338-0E0D2935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47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FB05C-A69A-0448-4B02-30D75AA1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0CD500-4B70-A6CB-10E0-C7031CDE8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6B6451-2F95-9AEF-05FF-969B80C9A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E946DB-E234-B7CF-7D9D-D93B2ACF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BD3FAF-926F-EDB6-7922-C596E94D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2B0EAE-B69F-60FE-8C13-61302B32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0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81757-B26E-B95A-E913-F1CB73C2E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8792D6-2FC5-8153-1315-C9BE420DF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C72A23-D723-789D-0DDB-DB4E512F1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A23601-84EF-EE58-503D-0BA9516E2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C7517C-5BD1-1D62-AA77-54549EDEF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77D846-93D4-9A95-A9B7-B44CA0DC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B4625AB-3E6A-98CE-C85B-CE999EB5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F373FD-3DBF-2238-931C-90C67F33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781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52D01-5994-72C2-F367-1667FE4D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94839B-EE88-245D-5780-4D400DF1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489018-93ED-0F2F-633E-F97620E2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C5F6C5-0A0D-EA6D-71D9-955F61BC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21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F986AE-6185-7F05-7FAC-05F69EE4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D870B0-9CAE-96BC-CA1B-4B44006C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D8ECCD-5C1E-6768-16B2-C544C5BB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31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1C9884-B42F-59BE-84A1-58E01742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99C12-D91D-2775-8BCF-079F47D1B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94E41F-8538-A976-5E14-D7C2DD81E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5F499E-C6E1-E8CE-F020-4BE70BF4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3EB30D-782E-D86C-6A21-FCF00652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D1E5B8-A636-5BB7-AA08-844C87C0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87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7EFDB-7E05-1B56-AD06-AA01CEF7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C5300E-6FBF-1559-4EC9-499906DAE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FD7A41-9EAE-6E5F-DE7D-AA66B3842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5CDC11-2ADC-DEA9-B431-88198339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11AFD9-6A91-AF17-B2B9-FC133B29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7E81D0-2FCD-8F04-EAFD-F41AEF25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439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B80A7-2AED-53D0-25FE-6EA6AF3B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61CF5E-E637-55CC-D9FC-ADCEE32B4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855E7F-2C4D-5677-6F1C-BF761036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6507FF-028C-159F-0FF1-734DA59A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893DA0-BFB9-E054-FA22-3638A458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917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606F87-070B-97B9-9C8F-99BA31147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96C2C1-F339-8F98-6474-6A621C69F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3A98B-6DB0-EC10-6FB9-BC57962F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902FB-9FF7-1E55-FE68-5B6BE6B9F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7624D9-ADC6-4112-CB4E-4BCA0CE7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228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6A3D29-684A-6BEB-8871-0C23BC5AF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332189-EEA3-2F35-73AC-4C1BE55E1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E1D4A0-F3F9-7BF9-DDD7-6672CB3A1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1FD27-3946-4C83-9A03-2928B33637D0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BDE738-CE3F-D808-FD8B-8DF675FF7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B35538-9E1F-C145-9126-562FBE5BB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DFAE3-8B7C-4630-A8AD-D67736E6C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67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F17BE-D8D6-9F33-B901-72D9F8B21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DE0D2541-E111-DFB1-EC72-13F7B448E95D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45579E9C-C5DB-B86A-70E9-ABD46057F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49BBF70D-85EA-B919-E9A2-27EE335A8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7800692-4F44-4DAB-3B2C-FDF941706162}"/>
                  </a:ext>
                </a:extLst>
              </p:cNvPr>
              <p:cNvSpPr txBox="1"/>
              <p:nvPr/>
            </p:nvSpPr>
            <p:spPr>
              <a:xfrm>
                <a:off x="152400" y="1014156"/>
                <a:ext cx="8941814" cy="5843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结果性考核：</a:t>
                </a:r>
                <a:endParaRPr lang="en-US" altLang="zh-CN" sz="2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以小组的形式（</a:t>
                </a:r>
                <a14:m>
                  <m:oMath xmlns:m="http://schemas.openxmlformats.org/officeDocument/2006/math">
                    <m:r>
                      <a:rPr lang="zh-CN" altLang="en-US" sz="2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CN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人）完成一项规定的实战项目，要求：</a:t>
                </a:r>
                <a:endPara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83809" indent="-483809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zh-CN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ppt</a:t>
                </a:r>
                <a:r>
                  <a:rPr lang="zh-CN" altLang="en-US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汇报展示（</a:t>
                </a:r>
                <a:r>
                  <a:rPr lang="en-US" altLang="zh-CN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6min</a:t>
                </a:r>
                <a:r>
                  <a:rPr lang="zh-CN" altLang="en-US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83809" indent="-483809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zh-CN" altLang="en-US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提交所有代码（包括训练日志），并上传至个人</a:t>
                </a:r>
                <a:r>
                  <a:rPr lang="en-US" altLang="zh-CN" sz="26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github</a:t>
                </a:r>
                <a:endPara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83809" indent="-483809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zh-CN" altLang="en-US" sz="2600" b="1" u="sng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按照规定格式模板完成项目书</a:t>
                </a:r>
                <a:endParaRPr lang="en-US" altLang="zh-CN" sz="2600" b="1" u="sng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固定行间距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22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磅；</a:t>
                </a:r>
                <a:endPara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正文字体宋体，字号小四；</a:t>
                </a:r>
                <a:endPara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英文和数字字体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times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new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roman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，字号小四；</a:t>
                </a:r>
                <a:endPara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除封面外的正文页数不得少于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7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页；</a:t>
                </a:r>
                <a:endPara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参考文献不得少于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15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个，引用格式为国标</a:t>
                </a:r>
                <a:r>
                  <a:rPr lang="en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GB</a:t>
                </a:r>
                <a:r>
                  <a:rPr lang="zh-CN" altLang="e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／</a:t>
                </a:r>
                <a:r>
                  <a:rPr lang="en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T7714-2015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7800692-4F44-4DAB-3B2C-FDF941706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014156"/>
                <a:ext cx="8941814" cy="5843844"/>
              </a:xfrm>
              <a:prstGeom prst="rect">
                <a:avLst/>
              </a:prstGeom>
              <a:blipFill>
                <a:blip r:embed="rId5"/>
                <a:stretch>
                  <a:fillRect l="-1560" b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2948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8C0C-9D62-1CA3-606C-213B1963E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7C5DAF4D-B327-2315-83B0-362D0612BC01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7F4679B5-B8EA-1852-ADA7-56E5CA6F4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12B8022B-2F73-D1D3-A1D5-92FFC9615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5A60033-819F-3F1E-68A5-D30A6E17651C}"/>
              </a:ext>
            </a:extLst>
          </p:cNvPr>
          <p:cNvSpPr txBox="1"/>
          <p:nvPr/>
        </p:nvSpPr>
        <p:spPr>
          <a:xfrm>
            <a:off x="312677" y="1344164"/>
            <a:ext cx="8781537" cy="4745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选题一：图像修复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任务：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给定局部缺损的图像，利用 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GAN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学习填补缺失区域，生成自然合理的完整图像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2.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对比不同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mask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（随机遮挡、规则矩形遮挡）下的修复效果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评估指标：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FID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：衡量生成图像的感知质量；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2. SSIM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：衡量修复图像与原图的一致性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3.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用户主观评价：自然性与真实性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数据集：</a:t>
            </a:r>
            <a:r>
              <a:rPr lang="en-US" altLang="zh-CN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CelebA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-HQ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（高分辨率人脸）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http://mmlab.ie.cuhk.edu.hk/projects/CelebA.html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36847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6FB3C-63EB-CCF7-00AF-B1900F68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723B8A48-38E1-8F52-4FF2-996051BA8FB6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0CA6D056-C555-2FD1-8370-00E0E40A9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829E31F5-8506-BA69-FFAE-B862F050B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205AB8C-3BC2-E88D-956D-BDCC26E1275E}"/>
              </a:ext>
            </a:extLst>
          </p:cNvPr>
          <p:cNvSpPr txBox="1"/>
          <p:nvPr/>
        </p:nvSpPr>
        <p:spPr>
          <a:xfrm>
            <a:off x="312677" y="1333278"/>
            <a:ext cx="8781537" cy="5207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选题二：基于图像生成视频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任务：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输入一张静态图像，生成合理的动态序列（如表情变化、动作过渡）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2.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在指定表情类别或动作标签下生成视频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评估指标：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FID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：衡量生成图像的感知质量；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2. FVD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：衡量视频整体质量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3.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衡量时间上的平滑性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数据集：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UCF101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（人类动作视频）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https://www.crcv.ucf.edu/data/UCF101.php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2. </a:t>
            </a:r>
            <a:r>
              <a:rPr lang="en-US" altLang="zh-CN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VoxCeleb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（人脸说话视频）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https://www.robots.ox.ac.uk/~vgg/data/voxceleb/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12325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F61D4-12D5-6053-3908-28208182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74C5BEF4-97FE-1DBF-963C-EBE6E1C13AC4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C76732E1-EE4D-D7DB-3543-FC73E24F9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95DEFF32-D52E-37B0-A332-53F89C7B0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E5B71B9-F9A5-8982-7C92-1E86D36A0F62}"/>
              </a:ext>
            </a:extLst>
          </p:cNvPr>
          <p:cNvSpPr txBox="1"/>
          <p:nvPr/>
        </p:nvSpPr>
        <p:spPr>
          <a:xfrm>
            <a:off x="312677" y="1333278"/>
            <a:ext cx="8781537" cy="336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选题三：基于文本生成图像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任务：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输入自然语言描述，生成语义一致、内容清晰的图像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2. 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探索在复杂描述（多个对象、场景属性）下的生成效果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评估指标：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FID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：生成图像质量；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2. CLIP Score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：文本与图像的一致性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数据集：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MS-COCO Captions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（文本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图像配对）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https://cocodataset.org/</a:t>
            </a:r>
          </a:p>
        </p:txBody>
      </p:sp>
    </p:spTree>
    <p:extLst>
      <p:ext uri="{BB962C8B-B14F-4D97-AF65-F5344CB8AC3E}">
        <p14:creationId xmlns:p14="http://schemas.microsoft.com/office/powerpoint/2010/main" val="4153044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0F92-399D-09D4-1537-05F672EA9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F9664974-22EB-C5AD-05DB-E1B614A09AB4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D1007152-3377-0910-5116-21139B48E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460D614D-A1BF-19DC-716A-0DFB6B665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B53CAF1-5417-CFAA-E752-444009280AFE}"/>
              </a:ext>
            </a:extLst>
          </p:cNvPr>
          <p:cNvSpPr txBox="1"/>
          <p:nvPr/>
        </p:nvSpPr>
        <p:spPr>
          <a:xfrm>
            <a:off x="312677" y="1333278"/>
            <a:ext cx="8781537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项目书包括：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封面（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题目（选题方向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项目名称 ，例如“选题一：基于扩散模型的图像修复”）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小组成员姓名、学号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Github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链接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49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CE931-205E-566D-6BD5-D88FBA38E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8659CC95-D5AE-F7C7-7719-46BB7FD99A3F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0EC0E112-8648-06FD-ADDD-396A281E4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29B535FC-3581-59B5-BF3C-E3887835C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79B9635-2855-B24A-735E-7F44EBA89407}"/>
              </a:ext>
            </a:extLst>
          </p:cNvPr>
          <p:cNvSpPr txBox="1"/>
          <p:nvPr/>
        </p:nvSpPr>
        <p:spPr>
          <a:xfrm>
            <a:off x="312677" y="1333278"/>
            <a:ext cx="8781537" cy="3350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研究背景、现状与意义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课题对应的生成式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应用场景（例如图像修复在医疗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艺术修复中的应用）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现有方法及其优缺点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本项目研究的价值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要求：有图示或案例，不要只写文字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60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C3B1F-AE56-5401-651C-10C3F4DE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FFCE362E-59F1-7AD8-0E48-D661CAF033BC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179D0218-C5E9-E8B2-A0E6-D2283904B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8B73AEDF-F87D-4D50-3910-D0D8811BE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B0B9386-274D-18BC-0022-A7781A50E3BC}"/>
              </a:ext>
            </a:extLst>
          </p:cNvPr>
          <p:cNvSpPr txBox="1"/>
          <p:nvPr/>
        </p:nvSpPr>
        <p:spPr>
          <a:xfrm>
            <a:off x="312677" y="1333278"/>
            <a:ext cx="8781537" cy="2242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研究目标与任务设计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本项目希望实现的功能（例如“从缺损图像生成完整图像”）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明确的小任务拆解及项目实现步骤（如数据处理 → 模型设计 → 实验 → 评估）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00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F4FD3-E906-3EA0-89EE-408D5F87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E3F790D6-879C-C5CC-7FA9-C673C56481E6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AD8EA9E0-64B9-DADA-237F-7A15778CF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2FE0E60A-E1E1-DFFD-F455-5421CD4BB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F8BE2AC-E4B6-03D0-0A07-2183A00649AC}"/>
              </a:ext>
            </a:extLst>
          </p:cNvPr>
          <p:cNvSpPr txBox="1"/>
          <p:nvPr/>
        </p:nvSpPr>
        <p:spPr>
          <a:xfrm>
            <a:off x="312677" y="1333278"/>
            <a:ext cx="8781537" cy="279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数据集介绍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公开数据集的来源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数据规模、样例展示（文字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图片）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验证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测试集划分方式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预处理方式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080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5215-7C0C-30AF-006E-DC8ADE25E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D637D5E2-2C87-57F7-222F-F396B8184E0C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F91E6F24-CBC3-3B79-4D14-4C942F42C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3680ABEF-0D78-B0E7-1C7F-7226B08EA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7E09B10-1200-6E5F-651E-517C0CBCA22C}"/>
              </a:ext>
            </a:extLst>
          </p:cNvPr>
          <p:cNvSpPr txBox="1"/>
          <p:nvPr/>
        </p:nvSpPr>
        <p:spPr>
          <a:xfrm>
            <a:off x="312677" y="1333278"/>
            <a:ext cx="8781537" cy="3350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模型方法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模型架构图（专业、美观）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训练方法与流程（有伪代码）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损失函数设计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要求：至少展示一张网络结构图，关键公式需解释含义，避免堆砌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304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6086-EA46-CD6D-CC33-714376D2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B6A3285D-223C-A2D6-277E-5D8F1F3414D3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49B73AAC-8E59-3589-9ACF-89BB92217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F1AF9194-E941-BD3B-A0A1-A15DAF0F5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21ECE3A-CEE7-4549-74AA-CA3395F0006C}"/>
              </a:ext>
            </a:extLst>
          </p:cNvPr>
          <p:cNvSpPr txBox="1"/>
          <p:nvPr/>
        </p:nvSpPr>
        <p:spPr>
          <a:xfrm>
            <a:off x="312677" y="1333278"/>
            <a:ext cx="8781537" cy="3350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实验设计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训练环境（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GPU/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框架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参数设置）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实验对比方案（如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baseline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模型、不同超参数）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评估指标（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PSNR, SSIM, FID, CLIP score, RMSE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等，需与任务匹配）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要求：表格清晰，指标定义简要说明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602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AD956-E434-A09B-9878-D24CEB52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8898289C-3E36-2D40-6A98-EF5F9F4B5B54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5F80B754-37F2-00F7-203C-B2E349189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014CCCB6-4BCF-06D0-1DBF-1EA9EB958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BC91F4E-524F-ADF0-CC4C-FAAB9DCA1334}"/>
              </a:ext>
            </a:extLst>
          </p:cNvPr>
          <p:cNvSpPr txBox="1"/>
          <p:nvPr/>
        </p:nvSpPr>
        <p:spPr>
          <a:xfrm>
            <a:off x="312677" y="1333278"/>
            <a:ext cx="8781537" cy="3350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实验结果与分析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定性结果：生成样例对比（原图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vs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缺损图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vs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生成图）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定量结果：指标对比表格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&amp;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可视化图表分析实验现象（如某些情况效果差，原因是什么）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要求：至少有图片对比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数值表格，分析部分要有自己的理解，而不是只报数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537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2563-A950-391D-6E6A-D69C9BA9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0DED8ED2-BBC2-05B7-7F8F-3A8A2B055E81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8694D77D-424F-D539-662D-DA419AA08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4A4459C2-838B-F2E5-0C95-4AF37D128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A6FB2B6-481B-3888-C495-D45174343786}"/>
              </a:ext>
            </a:extLst>
          </p:cNvPr>
          <p:cNvSpPr txBox="1"/>
          <p:nvPr/>
        </p:nvSpPr>
        <p:spPr>
          <a:xfrm>
            <a:off x="312677" y="1333278"/>
            <a:ext cx="8781537" cy="2242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8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总结与展望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本项目的收获与不足（如模型收敛慢，数据有限）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未来改进方向（结合更大模型、跨模态生成等）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要求：避免空话，要结合本组实验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254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2225-B029-80AF-E002-2B8B48A3F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CF5DAC3-4E64-3C82-9006-617D2EA6C79A}"/>
              </a:ext>
            </a:extLst>
          </p:cNvPr>
          <p:cNvSpPr/>
          <p:nvPr/>
        </p:nvSpPr>
        <p:spPr>
          <a:xfrm>
            <a:off x="1" y="211"/>
            <a:ext cx="9144001" cy="6857580"/>
          </a:xfrm>
          <a:prstGeom prst="rect">
            <a:avLst/>
          </a:prstGeom>
          <a:solidFill>
            <a:srgbClr val="00489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5">
              <a:cs typeface="微软雅黑" panose="020B0503020204020204" pitchFamily="34" charset="-122"/>
            </a:endParaRPr>
          </a:p>
        </p:txBody>
      </p:sp>
      <p:pic>
        <p:nvPicPr>
          <p:cNvPr id="5123" name="Picture 3" descr="F:\H\H河海\2023新VI\PPT-07.png">
            <a:extLst>
              <a:ext uri="{FF2B5EF4-FFF2-40B4-BE49-F238E27FC236}">
                <a16:creationId xmlns:a16="http://schemas.microsoft.com/office/drawing/2014/main" id="{8F34CD1F-81A3-528C-DEDC-CE9662534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6" y="1743081"/>
            <a:ext cx="9094216" cy="5114713"/>
          </a:xfrm>
          <a:prstGeom prst="rect">
            <a:avLst/>
          </a:prstGeom>
          <a:noFill/>
        </p:spPr>
      </p:pic>
      <p:pic>
        <p:nvPicPr>
          <p:cNvPr id="3" name="Picture 4" descr="F:\H\H河海\2023新VI\PPTjpg\未标题-1-01.png">
            <a:extLst>
              <a:ext uri="{FF2B5EF4-FFF2-40B4-BE49-F238E27FC236}">
                <a16:creationId xmlns:a16="http://schemas.microsoft.com/office/drawing/2014/main" id="{A0DD8B93-AF64-F661-91A6-F3A143165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718" y="487301"/>
            <a:ext cx="2286756" cy="665263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910F3A1-BA31-0F95-2512-AB287F1DE5D3}"/>
              </a:ext>
            </a:extLst>
          </p:cNvPr>
          <p:cNvSpPr txBox="1"/>
          <p:nvPr/>
        </p:nvSpPr>
        <p:spPr>
          <a:xfrm>
            <a:off x="312677" y="1333278"/>
            <a:ext cx="8781537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小组分工与参考文献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列出小组成员的具体工作（数据处理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模型实现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 PPT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制作汇报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项目书撰写等）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重要的参考文献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模型训练日志附录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425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841</Words>
  <Application>Microsoft Macintosh PowerPoint</Application>
  <PresentationFormat>全屏显示(4:3)</PresentationFormat>
  <Paragraphs>90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 Light</vt:lpstr>
      <vt:lpstr>等线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nehC niyiep</dc:creator>
  <cp:lastModifiedBy>nehC niyiep</cp:lastModifiedBy>
  <cp:revision>18</cp:revision>
  <dcterms:created xsi:type="dcterms:W3CDTF">2025-09-08T10:52:57Z</dcterms:created>
  <dcterms:modified xsi:type="dcterms:W3CDTF">2026-04-15T12:56:18Z</dcterms:modified>
</cp:coreProperties>
</file>